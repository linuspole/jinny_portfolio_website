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sticalatlas.com/neighborhood/New-York/New-York/Carroll" TargetMode="External"/><Relationship Id="rId2" Type="http://schemas.openxmlformats.org/officeDocument/2006/relationships/hyperlink" Target="https://www.niche.com/places-t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9241-8773-4950-A7E9-D4FD07E1B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Carroll Gardens Community Assessment -11231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28A02-2A09-42D6-A0B8-5AEE48014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2463961"/>
          </a:xfrm>
        </p:spPr>
        <p:txBody>
          <a:bodyPr>
            <a:norm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Michelle, Avital, Natali, Sarra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NUR 460: Community Health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April</a:t>
            </a:r>
            <a:r>
              <a:rPr lang="en-US" sz="1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14th, 2022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20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Core and Support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3" y="2001078"/>
            <a:ext cx="3876256" cy="4856921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Majority race is whites and Native Americans (Furman Center for Real Estate and Urban Policy, 2021).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landmarks in the city include John Rankin House, South Congregational Church, and Invisible Dog Art Center (Peacock, 2014).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city was originally established in 1863, and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expanded due to </a:t>
            </a: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immigration of foreigners into the region (LivingPlaces, 2021).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Whites make up 79% of the population, Hispanics making 9.4%, Asians at 5.6%, Mixed races making 4.3%, and Blacks making 1.3% (Statistical Atlas, 2021).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Teenagers make up the largest part of the population.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8A6FFA8-7990-4D60-981E-B75CD557B7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1" b="18721"/>
          <a:stretch>
            <a:fillRect/>
          </a:stretch>
        </p:blipFill>
        <p:spPr bwMode="auto">
          <a:xfrm>
            <a:off x="5093618" y="2376631"/>
            <a:ext cx="5425849" cy="3599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88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61" cy="13273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80590"/>
            <a:ext cx="9613861" cy="4625010"/>
          </a:xfrm>
        </p:spPr>
        <p:txBody>
          <a:bodyPr>
            <a:noAutofit/>
          </a:bodyPr>
          <a:lstStyle/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area has nine public schools and two private schools (Zip code 11231 New York Education data, n.d.).</a:t>
            </a:r>
          </a:p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 residents in Carroll Gardens have no medical care</a:t>
            </a:r>
          </a:p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zip code caters to Roman Catholics, Episcopalians, and Baptists (Park Slope and Carroll Gardens, 2015). </a:t>
            </a:r>
          </a:p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strengths include public libraries, parks, education systems, transport systems, and icon architecture</a:t>
            </a:r>
          </a:p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health risks include smoking, a poor diet, and physical inactivity </a:t>
            </a:r>
          </a:p>
          <a:p>
            <a:pPr marL="0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zip code faces challenges related to access to health care, diversity, and financial inequities (Gardens, 2022).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04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3" y="2001079"/>
            <a:ext cx="3876256" cy="4518992"/>
          </a:xfrm>
        </p:spPr>
        <p:txBody>
          <a:bodyPr>
            <a:normAutofit fontScale="85000" lnSpcReduction="2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leading causes of health problems  in this area are poor diet, lack of exercise, and smoking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main health problems facing  this area’s population are obesity and hypertension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Carroll Gardens has a 15% obesity status, while hypertension targets 22% (Community Health Profiles, 2019).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13% of the population is overweight (Community Health Profiles, 2019).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86% of the population exercises at least once a month (Community Health Profiles,2019).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Understanding Obesity and Its Associated Health Risks | Miskawaan Health">
            <a:extLst>
              <a:ext uri="{FF2B5EF4-FFF2-40B4-BE49-F238E27FC236}">
                <a16:creationId xmlns:a16="http://schemas.microsoft.com/office/drawing/2014/main" id="{8C068661-7CBB-460F-8E12-CBE8242335E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" b="28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24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Carroll Gardens 11231 is among the healthiest communities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area advocates for healthy eating and staying active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Young children and older people are encouraged to stay physically active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Pollution, specifically air pollution, is a key health problem (Community Health Profiles,2019).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overall health of the population in the area is excellent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3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Offering proper guidance in exercising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Offering proper guidance on nutrition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Educating the residents on the importance of sleep concerning obesity (CDC, 2021).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Encouraging community members to visit nearby  healthcare centres for checkups frequently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roHEALTH Urgent Care of Carroll Gardens 330 Court St Kings Brooklyn, NY  Health Services - MapQuest">
            <a:extLst>
              <a:ext uri="{FF2B5EF4-FFF2-40B4-BE49-F238E27FC236}">
                <a16:creationId xmlns:a16="http://schemas.microsoft.com/office/drawing/2014/main" id="{C8FA665A-8E58-4A58-8406-DD306E66345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" b="150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76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438401"/>
            <a:ext cx="9613861" cy="349778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need to teach the community about proper diets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Encouraging residents to consume foods rich in fiber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need to encourage people to stop smoking habits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Encouraging frequent visits to primary care physicians (CDC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2021).</a:t>
            </a:r>
          </a:p>
        </p:txBody>
      </p:sp>
    </p:spTree>
    <p:extLst>
      <p:ext uri="{BB962C8B-B14F-4D97-AF65-F5344CB8AC3E}">
        <p14:creationId xmlns:p14="http://schemas.microsoft.com/office/powerpoint/2010/main" val="276720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0E2-7FC5-49AA-AF02-0181466D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074E-1F90-41A7-BA4E-79FB0642F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156692"/>
          </a:xfrm>
        </p:spPr>
        <p:txBody>
          <a:bodyPr>
            <a:normAutofit fontScale="62500" lnSpcReduction="20000"/>
          </a:bodyPr>
          <a:lstStyle/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Carroll Gardens - New York City. (2021) Carroll </a:t>
            </a: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Gardensn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https://www.niche.com/places-to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live/n/</a:t>
            </a: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carroll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-gardens-new-</a:t>
            </a: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york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-city-</a:t>
            </a: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CDC. (2021, December 14).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Healthy people - healthy people 2021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Centers for Disease Control and Prevention. Retrieved April 14, 2022, from https://www.cdc.gov/nchs/healthy_people/hp2021.htm 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Health Profiles 2015. Brooklyn Community District 6 - Park Slope and        Carroll  Gardens, NYC Health.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Health Profiles 2015. Brooklyn Community District 6 - Park Slope and        Carroll  Gardens, NYC Health.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Furman Center for Real Estate and Urban Policy. (2021). Park slope/Carroll gardens  neighborhood profile. NYU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LivingPlaces. (2021). Carroll gardens historic district.   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Peacock, J. (2014). Brooklyn fictions: The contemporary urban community in a global age Bloomsbury Publishing. </a:t>
            </a:r>
          </a:p>
          <a:p>
            <a:pPr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 Atlas. (2021). Race and ethnicity in Carroll Gardens, New York.  </a:t>
            </a:r>
            <a:r>
              <a:rPr lang="en-US" sz="2000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https://statisticalatlas.com/neighborhood/New-York/New-York/Carroll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77840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138</TotalTime>
  <Words>663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Wingdings</vt:lpstr>
      <vt:lpstr>Berlin</vt:lpstr>
      <vt:lpstr>Carroll Gardens Community Assessment -11231</vt:lpstr>
      <vt:lpstr>Community Core and Support Data</vt:lpstr>
      <vt:lpstr>Continuation </vt:lpstr>
      <vt:lpstr>Community Analysis </vt:lpstr>
      <vt:lpstr>Continuation </vt:lpstr>
      <vt:lpstr>Interventions </vt:lpstr>
      <vt:lpstr>Continuation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Jennifer Mueke</cp:lastModifiedBy>
  <cp:revision>10</cp:revision>
  <dcterms:created xsi:type="dcterms:W3CDTF">2022-04-14T14:16:31Z</dcterms:created>
  <dcterms:modified xsi:type="dcterms:W3CDTF">2026-04-17T08:00:27Z</dcterms:modified>
</cp:coreProperties>
</file>